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  <p:sldMasterId id="2147483706" r:id="rId2"/>
    <p:sldMasterId id="2147483712" r:id="rId3"/>
    <p:sldMasterId id="2147483724" r:id="rId4"/>
  </p:sldMasterIdLst>
  <p:notesMasterIdLst>
    <p:notesMasterId r:id="rId11"/>
  </p:notesMasterIdLst>
  <p:handoutMasterIdLst>
    <p:handoutMasterId r:id="rId12"/>
  </p:handoutMasterIdLst>
  <p:sldIdLst>
    <p:sldId id="446" r:id="rId5"/>
    <p:sldId id="447" r:id="rId6"/>
    <p:sldId id="449" r:id="rId7"/>
    <p:sldId id="427" r:id="rId8"/>
    <p:sldId id="441" r:id="rId9"/>
    <p:sldId id="43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288" userDrawn="1">
          <p15:clr>
            <a:srgbClr val="F26B43"/>
          </p15:clr>
        </p15:guide>
        <p15:guide id="3" orient="horz" pos="4056" userDrawn="1">
          <p15:clr>
            <a:srgbClr val="F26B43"/>
          </p15:clr>
        </p15:guide>
        <p15:guide id="4" orient="horz" pos="1488" userDrawn="1">
          <p15:clr>
            <a:srgbClr val="A4A3A4"/>
          </p15:clr>
        </p15:guide>
        <p15:guide id="5" pos="3816" userDrawn="1">
          <p15:clr>
            <a:srgbClr val="A4A3A4"/>
          </p15:clr>
        </p15:guide>
        <p15:guide id="6" pos="7416" userDrawn="1">
          <p15:clr>
            <a:srgbClr val="F26B43"/>
          </p15:clr>
        </p15:guide>
        <p15:guide id="7" orient="horz" pos="312" userDrawn="1">
          <p15:clr>
            <a:srgbClr val="F26B43"/>
          </p15:clr>
        </p15:guide>
        <p15:guide id="8" orient="horz" pos="2160" userDrawn="1">
          <p15:clr>
            <a:srgbClr val="A4A3A4"/>
          </p15:clr>
        </p15:guide>
        <p15:guide id="9" orient="horz" pos="23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5896"/>
    <a:srgbClr val="7C6560"/>
    <a:srgbClr val="29282D"/>
    <a:srgbClr val="E288B6"/>
    <a:srgbClr val="D75078"/>
    <a:srgbClr val="B38F6A"/>
    <a:srgbClr val="6667AB"/>
    <a:srgbClr val="BBBBBB"/>
    <a:srgbClr val="B9B9B9"/>
    <a:srgbClr val="85A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>
        <p:guide orient="horz" pos="3672"/>
        <p:guide pos="288"/>
        <p:guide orient="horz" pos="4056"/>
        <p:guide orient="horz" pos="1488"/>
        <p:guide pos="3816"/>
        <p:guide pos="7416"/>
        <p:guide orient="horz" pos="312"/>
        <p:guide orient="horz" pos="2160"/>
        <p:guide orient="horz" pos="23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640" y="-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wani Vanshika" userId="9904525920012111" providerId="LiveId" clId="{A3C69240-75E5-4BD4-B0E1-47FC885E44C9}"/>
    <pc:docChg chg="modSld">
      <pc:chgData name="Ajwani Vanshika" userId="9904525920012111" providerId="LiveId" clId="{A3C69240-75E5-4BD4-B0E1-47FC885E44C9}" dt="2025-12-26T20:16:14.155" v="29" actId="1076"/>
      <pc:docMkLst>
        <pc:docMk/>
      </pc:docMkLst>
      <pc:sldChg chg="modSp mod">
        <pc:chgData name="Ajwani Vanshika" userId="9904525920012111" providerId="LiveId" clId="{A3C69240-75E5-4BD4-B0E1-47FC885E44C9}" dt="2025-12-26T20:14:22.123" v="5" actId="2711"/>
        <pc:sldMkLst>
          <pc:docMk/>
          <pc:sldMk cId="2708177211" sldId="427"/>
        </pc:sldMkLst>
        <pc:spChg chg="mod">
          <ac:chgData name="Ajwani Vanshika" userId="9904525920012111" providerId="LiveId" clId="{A3C69240-75E5-4BD4-B0E1-47FC885E44C9}" dt="2025-12-26T20:14:17.330" v="4" actId="2711"/>
          <ac:spMkLst>
            <pc:docMk/>
            <pc:sldMk cId="2708177211" sldId="427"/>
            <ac:spMk id="3" creationId="{7B91B0F8-EDCA-43C7-A602-F46DA2202AA8}"/>
          </ac:spMkLst>
        </pc:spChg>
        <pc:spChg chg="mod">
          <ac:chgData name="Ajwani Vanshika" userId="9904525920012111" providerId="LiveId" clId="{A3C69240-75E5-4BD4-B0E1-47FC885E44C9}" dt="2025-12-26T20:14:22.123" v="5" actId="2711"/>
          <ac:spMkLst>
            <pc:docMk/>
            <pc:sldMk cId="2708177211" sldId="427"/>
            <ac:spMk id="7" creationId="{A44986A6-583D-4323-BBE6-0C4C3B1464BF}"/>
          </ac:spMkLst>
        </pc:spChg>
      </pc:sldChg>
      <pc:sldChg chg="modSp mod">
        <pc:chgData name="Ajwani Vanshika" userId="9904525920012111" providerId="LiveId" clId="{A3C69240-75E5-4BD4-B0E1-47FC885E44C9}" dt="2025-12-26T20:13:56.446" v="1" actId="2711"/>
        <pc:sldMkLst>
          <pc:docMk/>
          <pc:sldMk cId="1881260077" sldId="434"/>
        </pc:sldMkLst>
        <pc:spChg chg="mod">
          <ac:chgData name="Ajwani Vanshika" userId="9904525920012111" providerId="LiveId" clId="{A3C69240-75E5-4BD4-B0E1-47FC885E44C9}" dt="2025-12-26T20:13:48.655" v="0" actId="2711"/>
          <ac:spMkLst>
            <pc:docMk/>
            <pc:sldMk cId="1881260077" sldId="434"/>
            <ac:spMk id="7" creationId="{B67C909B-0AD0-483C-AAC3-96A0A3D16BE1}"/>
          </ac:spMkLst>
        </pc:spChg>
        <pc:spChg chg="mod">
          <ac:chgData name="Ajwani Vanshika" userId="9904525920012111" providerId="LiveId" clId="{A3C69240-75E5-4BD4-B0E1-47FC885E44C9}" dt="2025-12-26T20:13:56.446" v="1" actId="2711"/>
          <ac:spMkLst>
            <pc:docMk/>
            <pc:sldMk cId="1881260077" sldId="434"/>
            <ac:spMk id="8" creationId="{E154013F-D2A9-4715-ACE2-3720EA35B8D0}"/>
          </ac:spMkLst>
        </pc:spChg>
      </pc:sldChg>
      <pc:sldChg chg="modSp mod">
        <pc:chgData name="Ajwani Vanshika" userId="9904525920012111" providerId="LiveId" clId="{A3C69240-75E5-4BD4-B0E1-47FC885E44C9}" dt="2025-12-26T20:14:09.669" v="3" actId="2711"/>
        <pc:sldMkLst>
          <pc:docMk/>
          <pc:sldMk cId="2378376199" sldId="441"/>
        </pc:sldMkLst>
        <pc:spChg chg="mod">
          <ac:chgData name="Ajwani Vanshika" userId="9904525920012111" providerId="LiveId" clId="{A3C69240-75E5-4BD4-B0E1-47FC885E44C9}" dt="2025-12-26T20:14:09.669" v="3" actId="2711"/>
          <ac:spMkLst>
            <pc:docMk/>
            <pc:sldMk cId="2378376199" sldId="441"/>
            <ac:spMk id="4" creationId="{017D823E-45F8-4F3B-90EB-782ED1EAEBAA}"/>
          </ac:spMkLst>
        </pc:spChg>
        <pc:spChg chg="mod">
          <ac:chgData name="Ajwani Vanshika" userId="9904525920012111" providerId="LiveId" clId="{A3C69240-75E5-4BD4-B0E1-47FC885E44C9}" dt="2025-12-26T20:14:04.194" v="2" actId="2711"/>
          <ac:spMkLst>
            <pc:docMk/>
            <pc:sldMk cId="2378376199" sldId="441"/>
            <ac:spMk id="20" creationId="{A4B13FB7-3BE8-F128-24BC-6A929E2298A9}"/>
          </ac:spMkLst>
        </pc:spChg>
      </pc:sldChg>
      <pc:sldChg chg="modSp mod">
        <pc:chgData name="Ajwani Vanshika" userId="9904525920012111" providerId="LiveId" clId="{A3C69240-75E5-4BD4-B0E1-47FC885E44C9}" dt="2025-12-26T20:16:14.155" v="29" actId="1076"/>
        <pc:sldMkLst>
          <pc:docMk/>
          <pc:sldMk cId="1558315191" sldId="446"/>
        </pc:sldMkLst>
        <pc:spChg chg="mod">
          <ac:chgData name="Ajwani Vanshika" userId="9904525920012111" providerId="LiveId" clId="{A3C69240-75E5-4BD4-B0E1-47FC885E44C9}" dt="2025-12-26T20:16:14.155" v="29" actId="1076"/>
          <ac:spMkLst>
            <pc:docMk/>
            <pc:sldMk cId="1558315191" sldId="446"/>
            <ac:spMk id="2" creationId="{1F94F2BC-9BB9-9EC7-8C97-EA3D627A6429}"/>
          </ac:spMkLst>
        </pc:spChg>
        <pc:spChg chg="mod">
          <ac:chgData name="Ajwani Vanshika" userId="9904525920012111" providerId="LiveId" clId="{A3C69240-75E5-4BD4-B0E1-47FC885E44C9}" dt="2025-12-26T20:15:53.767" v="26" actId="2711"/>
          <ac:spMkLst>
            <pc:docMk/>
            <pc:sldMk cId="1558315191" sldId="446"/>
            <ac:spMk id="4" creationId="{08347D8D-E852-43D5-858E-2D01BE57FA93}"/>
          </ac:spMkLst>
        </pc:spChg>
      </pc:sldChg>
      <pc:sldChg chg="modSp mod">
        <pc:chgData name="Ajwani Vanshika" userId="9904525920012111" providerId="LiveId" clId="{A3C69240-75E5-4BD4-B0E1-47FC885E44C9}" dt="2025-12-26T20:15:42.898" v="25" actId="255"/>
        <pc:sldMkLst>
          <pc:docMk/>
          <pc:sldMk cId="3898511310" sldId="447"/>
        </pc:sldMkLst>
        <pc:spChg chg="mod">
          <ac:chgData name="Ajwani Vanshika" userId="9904525920012111" providerId="LiveId" clId="{A3C69240-75E5-4BD4-B0E1-47FC885E44C9}" dt="2025-12-26T20:15:42.898" v="25" actId="255"/>
          <ac:spMkLst>
            <pc:docMk/>
            <pc:sldMk cId="3898511310" sldId="447"/>
            <ac:spMk id="2" creationId="{AFBCB03D-3631-4639-4BDF-6D1C3403A52E}"/>
          </ac:spMkLst>
        </pc:spChg>
        <pc:spChg chg="mod">
          <ac:chgData name="Ajwani Vanshika" userId="9904525920012111" providerId="LiveId" clId="{A3C69240-75E5-4BD4-B0E1-47FC885E44C9}" dt="2025-12-26T20:15:31.046" v="23" actId="255"/>
          <ac:spMkLst>
            <pc:docMk/>
            <pc:sldMk cId="3898511310" sldId="447"/>
            <ac:spMk id="4" creationId="{135A981B-6487-4B00-9EAF-D0D748FA6014}"/>
          </ac:spMkLst>
        </pc:spChg>
      </pc:sldChg>
      <pc:sldChg chg="modSp mod">
        <pc:chgData name="Ajwani Vanshika" userId="9904525920012111" providerId="LiveId" clId="{A3C69240-75E5-4BD4-B0E1-47FC885E44C9}" dt="2025-12-26T20:15:07.904" v="21" actId="20577"/>
        <pc:sldMkLst>
          <pc:docMk/>
          <pc:sldMk cId="2382148752" sldId="449"/>
        </pc:sldMkLst>
        <pc:spChg chg="mod">
          <ac:chgData name="Ajwani Vanshika" userId="9904525920012111" providerId="LiveId" clId="{A3C69240-75E5-4BD4-B0E1-47FC885E44C9}" dt="2025-12-26T20:14:34.629" v="7" actId="2711"/>
          <ac:spMkLst>
            <pc:docMk/>
            <pc:sldMk cId="2382148752" sldId="449"/>
            <ac:spMk id="4" creationId="{A2219A53-983C-4CAC-81BB-5FADEB962F35}"/>
          </ac:spMkLst>
        </pc:spChg>
        <pc:spChg chg="mod">
          <ac:chgData name="Ajwani Vanshika" userId="9904525920012111" providerId="LiveId" clId="{A3C69240-75E5-4BD4-B0E1-47FC885E44C9}" dt="2025-12-26T20:15:07.904" v="21" actId="20577"/>
          <ac:spMkLst>
            <pc:docMk/>
            <pc:sldMk cId="2382148752" sldId="449"/>
            <ac:spMk id="22" creationId="{C7AA516A-39E7-7D51-5469-4F8AEEBFC77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3440B4-626E-4F3C-BAEA-93BE989AF4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A5570-8E4E-4AA9-B246-5A27A383B9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A69E4-EFBB-4687-8058-A94EE1B5781B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D364A-9468-466A-ACCD-ABB3762BE8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F394-4AD6-48D1-9C4C-1B3D44BBF5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04FE7-BA7C-4FF4-9756-C6A1F2BCA3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717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546B2-EB9C-4E9C-8793-C25F32D58B9A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3F1C3-4FA3-4491-97F4-43CA9C8BDF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34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3F1C3-4FA3-4491-97F4-43CA9C8BDFD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956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3F1C3-4FA3-4491-97F4-43CA9C8BDF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080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3F1C3-4FA3-4491-97F4-43CA9C8BDF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921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C7667-EADA-40AC-B931-4642E0A9A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17136"/>
            <a:ext cx="6581554" cy="1371600"/>
          </a:xfrm>
        </p:spPr>
        <p:txBody>
          <a:bodyPr>
            <a:normAutofit/>
          </a:bodyPr>
          <a:lstStyle>
            <a:lvl1pPr>
              <a:lnSpc>
                <a:spcPts val="46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24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C7667-EADA-40AC-B931-4642E0A9A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1CB8E8-F58A-4B26-B8AA-8977FC608E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200" b="1"/>
            </a:lvl1pPr>
            <a:lvl2pPr marL="457200" indent="0">
              <a:lnSpc>
                <a:spcPts val="1800"/>
              </a:lnSpc>
              <a:spcBef>
                <a:spcPts val="0"/>
              </a:spcBef>
              <a:buNone/>
              <a:defRPr sz="1200" b="1"/>
            </a:lvl2pPr>
            <a:lvl3pPr marL="914400" indent="0">
              <a:lnSpc>
                <a:spcPts val="1800"/>
              </a:lnSpc>
              <a:spcBef>
                <a:spcPts val="0"/>
              </a:spcBef>
              <a:buNone/>
              <a:defRPr sz="1200" b="1"/>
            </a:lvl3pPr>
            <a:lvl4pPr marL="1371600" indent="0">
              <a:lnSpc>
                <a:spcPts val="1800"/>
              </a:lnSpc>
              <a:spcBef>
                <a:spcPts val="0"/>
              </a:spcBef>
              <a:buNone/>
              <a:defRPr sz="1200" b="1"/>
            </a:lvl4pPr>
            <a:lvl5pPr marL="1828800" indent="0">
              <a:lnSpc>
                <a:spcPts val="1800"/>
              </a:lnSpc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text</a:t>
            </a:r>
          </a:p>
        </p:txBody>
      </p:sp>
    </p:spTree>
    <p:extLst>
      <p:ext uri="{BB962C8B-B14F-4D97-AF65-F5344CB8AC3E}">
        <p14:creationId xmlns:p14="http://schemas.microsoft.com/office/powerpoint/2010/main" val="198059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Balance ac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b" anchorCtr="0">
            <a:normAutofit/>
          </a:bodyPr>
          <a:lstStyle>
            <a:lvl1pPr>
              <a:lnSpc>
                <a:spcPts val="4000"/>
              </a:lnSpc>
              <a:defRPr sz="3200" cap="all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90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Balancing A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869985-B973-4011-9FA2-83D7EBB2EA53}"/>
              </a:ext>
            </a:extLst>
          </p:cNvPr>
          <p:cNvSpPr/>
          <p:nvPr userDrawn="1"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99032"/>
            <a:ext cx="3619501" cy="87782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54500" y="0"/>
            <a:ext cx="74803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D44F0-DADD-4DCC-82EC-FDB3E9878AA9}"/>
              </a:ext>
            </a:extLst>
          </p:cNvPr>
          <p:cNvSpPr/>
          <p:nvPr userDrawn="1"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CFE2C9-8B6E-4DDA-A5EA-04581F7629F0}"/>
              </a:ext>
            </a:extLst>
          </p:cNvPr>
          <p:cNvSpPr/>
          <p:nvPr userDrawn="1"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82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FEDCD9-19A7-423B-ABE0-DDD032DE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7467601" cy="1572768"/>
          </a:xfrm>
        </p:spPr>
        <p:txBody>
          <a:bodyPr/>
          <a:lstStyle>
            <a:lvl1pPr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BD7372B-17B4-4062-8BFA-745581B273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Font typeface="+mj-lt"/>
              <a:buAutoNum type="arabicPeriod"/>
              <a:defRPr sz="18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A28F9-9D68-48A2-A1AD-C1C318C0EC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5300" y="1384300"/>
            <a:ext cx="3410712" cy="4572000"/>
          </a:xfrm>
          <a:prstGeom prst="roundRect">
            <a:avLst>
              <a:gd name="adj" fmla="val 2543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Wellspring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b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94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Wellspr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86ECD6-DF3C-4CA6-9A77-ED32AC37F81F}"/>
              </a:ext>
            </a:extLst>
          </p:cNvPr>
          <p:cNvSpPr/>
          <p:nvPr userDrawn="1"/>
        </p:nvSpPr>
        <p:spPr>
          <a:xfrm>
            <a:off x="0" y="0"/>
            <a:ext cx="244548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3F081E-4462-4B33-A41E-0432A3B439D9}"/>
              </a:ext>
            </a:extLst>
          </p:cNvPr>
          <p:cNvSpPr/>
          <p:nvPr userDrawn="1"/>
        </p:nvSpPr>
        <p:spPr>
          <a:xfrm rot="5400000">
            <a:off x="10740656" y="5406656"/>
            <a:ext cx="2445488" cy="457200"/>
          </a:xfrm>
          <a:prstGeom prst="rect">
            <a:avLst/>
          </a:prstGeom>
          <a:solidFill>
            <a:srgbClr val="8A58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FA2D1-6BF4-4194-B815-8C66D013FD27}"/>
              </a:ext>
            </a:extLst>
          </p:cNvPr>
          <p:cNvSpPr/>
          <p:nvPr userDrawn="1"/>
        </p:nvSpPr>
        <p:spPr>
          <a:xfrm>
            <a:off x="7982712" y="495300"/>
            <a:ext cx="3753612" cy="594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88F0DF-BC0B-473C-82DC-7FC46D38FAC1}"/>
              </a:ext>
            </a:extLst>
          </p:cNvPr>
          <p:cNvSpPr/>
          <p:nvPr userDrawn="1"/>
        </p:nvSpPr>
        <p:spPr>
          <a:xfrm>
            <a:off x="4251158" y="495300"/>
            <a:ext cx="3787056" cy="594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09160" y="960120"/>
            <a:ext cx="6574536" cy="50749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F3E524-6AEB-4529-804C-0B9CD9992050}"/>
              </a:ext>
            </a:extLst>
          </p:cNvPr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FF2CAC-AD21-48FA-AD68-A643AAA6A8C4}"/>
              </a:ext>
            </a:extLst>
          </p:cNvPr>
          <p:cNvCxnSpPr>
            <a:cxnSpLocks/>
          </p:cNvCxnSpPr>
          <p:nvPr userDrawn="1"/>
        </p:nvCxnSpPr>
        <p:spPr>
          <a:xfrm>
            <a:off x="228600" y="2415910"/>
            <a:ext cx="4022558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71600"/>
            <a:ext cx="3619501" cy="877824"/>
          </a:xfrm>
        </p:spPr>
        <p:txBody>
          <a:bodyPr/>
          <a:lstStyle>
            <a:lvl1pPr>
              <a:lnSpc>
                <a:spcPts val="432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225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Star of the show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t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92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Star of the sh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62B86F-90E5-425E-9F83-8477D8111E1D}"/>
              </a:ext>
            </a:extLst>
          </p:cNvPr>
          <p:cNvSpPr/>
          <p:nvPr userDrawn="1"/>
        </p:nvSpPr>
        <p:spPr>
          <a:xfrm>
            <a:off x="0" y="495300"/>
            <a:ext cx="6057900" cy="133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269853-3C2C-4F9C-B1BB-E00F7A1DB9E1}"/>
              </a:ext>
            </a:extLst>
          </p:cNvPr>
          <p:cNvSpPr/>
          <p:nvPr userDrawn="1"/>
        </p:nvSpPr>
        <p:spPr>
          <a:xfrm>
            <a:off x="6530703" y="495300"/>
            <a:ext cx="2931587" cy="2628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759D58-52AF-4785-8A33-F528F46D88A3}"/>
              </a:ext>
            </a:extLst>
          </p:cNvPr>
          <p:cNvSpPr/>
          <p:nvPr userDrawn="1"/>
        </p:nvSpPr>
        <p:spPr>
          <a:xfrm>
            <a:off x="8852618" y="3863713"/>
            <a:ext cx="2921000" cy="25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D3E0F4-EC0D-43C2-AC84-A53134C8566E}"/>
              </a:ext>
            </a:extLst>
          </p:cNvPr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5638801" cy="1572126"/>
          </a:xfrm>
        </p:spPr>
        <p:txBody>
          <a:bodyPr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489200"/>
            <a:ext cx="5202936" cy="354787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97700" y="914400"/>
            <a:ext cx="4334256" cy="5093208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66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lette Amusements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anchor="b" anchorCtr="0">
            <a:normAutofit/>
          </a:bodyPr>
          <a:lstStyle>
            <a:lvl1pPr>
              <a:lnSpc>
                <a:spcPts val="4000"/>
              </a:lnSpc>
              <a:defRPr sz="32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F51F73-5064-47F8-83FD-440E0ED195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06FF689A-8221-42E8-96D4-ED4D3AD501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96424DB2-4D46-493F-A5B8-8901EDA394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AF2B6E1-5738-41B1-8C15-EA67154901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6C8D73EB-347C-4E13-94C8-FA8FADE465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9DFA5C56-9B47-4F87-8E12-30A936274F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E3B5888-98ED-48E4-8AA8-5BAB43F851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569C9EE3-34D1-4DE0-B06C-2F6212F7C3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88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palette Amusemen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A3BC27-A809-4F76-931E-2DE01059A5AB}"/>
              </a:ext>
            </a:extLst>
          </p:cNvPr>
          <p:cNvSpPr/>
          <p:nvPr userDrawn="1"/>
        </p:nvSpPr>
        <p:spPr>
          <a:xfrm>
            <a:off x="6712974" y="1651000"/>
            <a:ext cx="460459" cy="5207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A5108-5EBA-43CE-BA4A-DA9EEF5D808A}"/>
              </a:ext>
            </a:extLst>
          </p:cNvPr>
          <p:cNvSpPr/>
          <p:nvPr userDrawn="1"/>
        </p:nvSpPr>
        <p:spPr>
          <a:xfrm>
            <a:off x="9271000" y="0"/>
            <a:ext cx="2921000" cy="539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712910-50D0-4906-AB08-F37D02F96D4A}"/>
              </a:ext>
            </a:extLst>
          </p:cNvPr>
          <p:cNvSpPr/>
          <p:nvPr userDrawn="1"/>
        </p:nvSpPr>
        <p:spPr>
          <a:xfrm>
            <a:off x="0" y="2387600"/>
            <a:ext cx="5461000" cy="21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AC760C-BE23-4DA2-A294-3B5668F8AECA}"/>
              </a:ext>
            </a:extLst>
          </p:cNvPr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79CA9-81D6-424A-8046-4B56E1D2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5605272" cy="1572126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60302F-65DB-4E93-B6C3-49E64C44FB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072384"/>
            <a:ext cx="4946904" cy="28712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66F217-0E52-4AD8-82BA-AB332C5963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8040" y="457200"/>
            <a:ext cx="4562856" cy="6400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76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8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0" r:id="rId2"/>
    <p:sldLayoutId id="2147483701" r:id="rId3"/>
    <p:sldLayoutId id="2147483702" r:id="rId4"/>
    <p:sldLayoutId id="214748366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0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1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50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0DF88-AC53-41A3-8067-D7E6D5DB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55C1-18CC-4FD3-A030-3DAF46991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10904-DE8F-4B8E-99C6-5AFA03672FFA}" type="datetimeFigureOut">
              <a:rPr lang="en-US" smtClean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29F1-B791-445F-A184-90CC7A1BE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98767-7C9E-42DE-9782-D932A0FF1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FADE3-B84E-4AF7-91CC-AB47E1A436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01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0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 userDrawn="1">
          <p15:clr>
            <a:srgbClr val="F26B43"/>
          </p15:clr>
        </p15:guide>
        <p15:guide id="2" pos="2568" userDrawn="1">
          <p15:clr>
            <a:srgbClr val="F26B43"/>
          </p15:clr>
        </p15:guide>
        <p15:guide id="3" pos="288" userDrawn="1">
          <p15:clr>
            <a:srgbClr val="5ACBF0"/>
          </p15:clr>
        </p15:guide>
        <p15:guide id="4" pos="7392" userDrawn="1">
          <p15:clr>
            <a:srgbClr val="5ACBF0"/>
          </p15:clr>
        </p15:guide>
        <p15:guide id="5" orient="horz" pos="576" userDrawn="1">
          <p15:clr>
            <a:srgbClr val="5ACBF0"/>
          </p15:clr>
        </p15:guide>
        <p15:guide id="6" orient="horz" pos="374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 of curvy lines">
            <a:extLst>
              <a:ext uri="{FF2B5EF4-FFF2-40B4-BE49-F238E27FC236}">
                <a16:creationId xmlns:a16="http://schemas.microsoft.com/office/drawing/2014/main" id="{81F59575-96AE-45B0-B1FB-3CFC139E9D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225" y="0"/>
            <a:ext cx="12191550" cy="6857999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8347D8D-E852-43D5-858E-2D01BE57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267"/>
            <a:ext cx="5835192" cy="3996964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4800" b="1" dirty="0">
                <a:latin typeface="Aptos" panose="020B0004020202020204" pitchFamily="34" charset="0"/>
              </a:rPr>
              <a:t>PYTHON DATA ANALYSIS REPORT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94F2BC-9BB9-9EC7-8C97-EA3D627A6429}"/>
              </a:ext>
            </a:extLst>
          </p:cNvPr>
          <p:cNvSpPr txBox="1"/>
          <p:nvPr/>
        </p:nvSpPr>
        <p:spPr>
          <a:xfrm>
            <a:off x="-904974" y="5399277"/>
            <a:ext cx="5769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Name : Ajwani Vanshika 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Course : B.Sc. CS-IT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Date : 27.12.2025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D16AB7-B043-0514-8C05-807E65585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301" y="0"/>
            <a:ext cx="61774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15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person standing on a rock while looking at the ocean wave with outstretched arms">
            <a:extLst>
              <a:ext uri="{FF2B5EF4-FFF2-40B4-BE49-F238E27FC236}">
                <a16:creationId xmlns:a16="http://schemas.microsoft.com/office/drawing/2014/main" id="{8C1A64BB-92C4-44CC-9AB7-8416F1B9BF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rgbClr val="6768AB">
              <a:alpha val="75000"/>
            </a:srgbClr>
          </a:solidFill>
        </p:spPr>
      </p:pic>
      <p:sp>
        <p:nvSpPr>
          <p:cNvPr id="9" name="Rectangle 8" descr="Shaded overlay">
            <a:extLst>
              <a:ext uri="{FF2B5EF4-FFF2-40B4-BE49-F238E27FC236}">
                <a16:creationId xmlns:a16="http://schemas.microsoft.com/office/drawing/2014/main" id="{558C501A-DC1F-4BA4-BFFA-44EF8845A3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768AB">
              <a:alpha val="7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5A981B-6487-4B00-9EAF-D0D748FA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1" y="914400"/>
            <a:ext cx="11358968" cy="903767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DATASET OVERVIEW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BCB03D-3631-4639-4BDF-6D1C3403A52E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273050" y="2445812"/>
            <a:ext cx="570624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sng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Number of Records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20 students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sng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Columns Used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                  StudentID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                 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                  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                 Gender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                 Course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                 Marks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sng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Purpose of Dataset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  To analyze student performance across different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  courses using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744AB-0722-9E7D-792F-E0700E4209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98" t="-378" b="378"/>
          <a:stretch>
            <a:fillRect/>
          </a:stretch>
        </p:blipFill>
        <p:spPr>
          <a:xfrm>
            <a:off x="6664751" y="0"/>
            <a:ext cx="552725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9851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219A53-983C-4CAC-81BB-5FADEB96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63951"/>
            <a:ext cx="5638801" cy="136703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DATA CLEANING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AA516A-39E7-7D51-5469-4F8AEEBFC775}"/>
              </a:ext>
            </a:extLst>
          </p:cNvPr>
          <p:cNvSpPr txBox="1"/>
          <p:nvPr/>
        </p:nvSpPr>
        <p:spPr>
          <a:xfrm>
            <a:off x="314225" y="2356702"/>
            <a:ext cx="592474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latin typeface="Aptos" panose="020B0004020202020204" pitchFamily="34" charset="0"/>
              </a:rPr>
              <a:t>Missing Values Found:</a:t>
            </a:r>
          </a:p>
          <a:p>
            <a:r>
              <a:rPr lang="en-IN" sz="2000" dirty="0">
                <a:latin typeface="Aptos" panose="020B0004020202020204" pitchFamily="34" charset="0"/>
              </a:rPr>
              <a:t>	No missing values detected in the dataset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endParaRPr lang="en-IN" sz="2000" dirty="0">
              <a:latin typeface="Aptos" panose="020B0004020202020204" pitchFamily="34" charset="0"/>
            </a:endParaRP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u="sng" dirty="0">
                <a:latin typeface="Aptos" panose="020B0004020202020204" pitchFamily="34" charset="0"/>
              </a:rPr>
              <a:t>Data Cleaning Steps</a:t>
            </a:r>
            <a:r>
              <a:rPr lang="en-IN" sz="2000" dirty="0">
                <a:latin typeface="Aptos" panose="020B0004020202020204" pitchFamily="34" charset="0"/>
              </a:rPr>
              <a:t>:</a:t>
            </a:r>
          </a:p>
          <a:p>
            <a:r>
              <a:rPr lang="en-IN" sz="2000" dirty="0">
                <a:latin typeface="Aptos" panose="020B0004020202020204" pitchFamily="34" charset="0"/>
              </a:rPr>
              <a:t>	Dataset was checked using pandas 	functions </a:t>
            </a:r>
          </a:p>
          <a:p>
            <a:r>
              <a:rPr lang="en-IN" sz="2000" dirty="0">
                <a:latin typeface="Aptos" panose="020B0004020202020204" pitchFamily="34" charset="0"/>
              </a:rPr>
              <a:t>	No rows or columns were removed as data 	was  complete.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63ED833-5A93-E32C-F434-2786CE3D5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6" t="428"/>
          <a:stretch>
            <a:fillRect/>
          </a:stretch>
        </p:blipFill>
        <p:spPr>
          <a:xfrm>
            <a:off x="6381946" y="0"/>
            <a:ext cx="5856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4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4986A6-583D-4323-BBE6-0C4C3B14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99032"/>
            <a:ext cx="4859519" cy="877824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Analysis insights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1B0F8-EDCA-43C7-A602-F46DA2202A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779776"/>
            <a:ext cx="4227922" cy="3255264"/>
          </a:xfrm>
        </p:spPr>
        <p:txBody>
          <a:bodyPr>
            <a:noAutofit/>
          </a:bodyPr>
          <a:lstStyle/>
          <a:p>
            <a:r>
              <a:rPr lang="en-US" u="sng" dirty="0">
                <a:latin typeface="Aptos" panose="020B0004020202020204" pitchFamily="34" charset="0"/>
              </a:rPr>
              <a:t>Average Marks by Courses </a:t>
            </a:r>
            <a:r>
              <a:rPr lang="en-US" dirty="0">
                <a:latin typeface="Aptos" panose="020B0004020202020204" pitchFamily="34" charset="0"/>
              </a:rPr>
              <a:t>: </a:t>
            </a:r>
          </a:p>
          <a:p>
            <a:r>
              <a:rPr lang="en-US" dirty="0">
                <a:latin typeface="Aptos" panose="020B0004020202020204" pitchFamily="34" charset="0"/>
              </a:rPr>
              <a:t>Python : High overall performance</a:t>
            </a:r>
          </a:p>
          <a:p>
            <a:r>
              <a:rPr lang="en-US" dirty="0">
                <a:latin typeface="Aptos" panose="020B0004020202020204" pitchFamily="34" charset="0"/>
              </a:rPr>
              <a:t>Data Science : Consistent scores  </a:t>
            </a:r>
          </a:p>
          <a:p>
            <a:r>
              <a:rPr lang="en-US" dirty="0">
                <a:latin typeface="Aptos" panose="020B0004020202020204" pitchFamily="34" charset="0"/>
              </a:rPr>
              <a:t>Web Development : Moderate Performance </a:t>
            </a:r>
          </a:p>
          <a:p>
            <a:r>
              <a:rPr lang="en-US" dirty="0">
                <a:latin typeface="Aptos" panose="020B0004020202020204" pitchFamily="34" charset="0"/>
              </a:rPr>
              <a:t>Machine Learning : Highest Average marks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1CB42D-A527-44ED-ADE2-30B3266BA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B1AC1A8-A978-4E06-C1E0-CBE6728D5E9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-222" r="13780"/>
          <a:stretch>
            <a:fillRect/>
          </a:stretch>
        </p:blipFill>
        <p:spPr>
          <a:xfrm>
            <a:off x="6400800" y="-75416"/>
            <a:ext cx="5600700" cy="6933415"/>
          </a:xfrm>
        </p:spPr>
      </p:pic>
    </p:spTree>
    <p:extLst>
      <p:ext uri="{BB962C8B-B14F-4D97-AF65-F5344CB8AC3E}">
        <p14:creationId xmlns:p14="http://schemas.microsoft.com/office/powerpoint/2010/main" val="2708177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7D823E-45F8-4F3B-90EB-782ED1EAE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-160256"/>
            <a:ext cx="4746397" cy="1451728"/>
          </a:xfrm>
        </p:spPr>
        <p:txBody>
          <a:bodyPr anchor="b" anchorCtr="0">
            <a:normAutofit/>
          </a:bodyPr>
          <a:lstStyle/>
          <a:p>
            <a:pPr algn="ctr"/>
            <a:r>
              <a:rPr lang="en-US" sz="4000" b="1" u="sng" dirty="0">
                <a:latin typeface="Aptos" panose="020B0004020202020204" pitchFamily="34" charset="0"/>
              </a:rPr>
              <a:t>VISUALIZATIONS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B13FB7-3BE8-F128-24BC-6A929E2298A9}"/>
              </a:ext>
            </a:extLst>
          </p:cNvPr>
          <p:cNvSpPr txBox="1"/>
          <p:nvPr/>
        </p:nvSpPr>
        <p:spPr>
          <a:xfrm>
            <a:off x="457198" y="2314279"/>
            <a:ext cx="509518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latin typeface="Aptos" panose="020B0004020202020204" pitchFamily="34" charset="0"/>
              </a:rPr>
              <a:t>Bar Chart</a:t>
            </a:r>
            <a:r>
              <a:rPr lang="en-IN" sz="2400" dirty="0">
                <a:latin typeface="Aptos" panose="020B0004020202020204" pitchFamily="34" charset="0"/>
              </a:rPr>
              <a:t>: </a:t>
            </a:r>
          </a:p>
          <a:p>
            <a:r>
              <a:rPr lang="en-IN" sz="2400" dirty="0">
                <a:latin typeface="Aptos" panose="020B0004020202020204" pitchFamily="34" charset="0"/>
              </a:rPr>
              <a:t>	Shows student-wise marks distribution.</a:t>
            </a:r>
          </a:p>
          <a:p>
            <a:endParaRPr lang="en-IN" sz="2400" dirty="0">
              <a:latin typeface="Aptos" panose="020B0004020202020204" pitchFamily="34" charset="0"/>
            </a:endParaRPr>
          </a:p>
          <a:p>
            <a:r>
              <a:rPr lang="en-IN" sz="2400" u="sng" dirty="0">
                <a:latin typeface="Aptos" panose="020B0004020202020204" pitchFamily="34" charset="0"/>
              </a:rPr>
              <a:t>Histogram</a:t>
            </a:r>
            <a:r>
              <a:rPr lang="en-IN" sz="2400" dirty="0">
                <a:latin typeface="Aptos" panose="020B0004020202020204" pitchFamily="34" charset="0"/>
              </a:rPr>
              <a:t>:</a:t>
            </a:r>
          </a:p>
          <a:p>
            <a:r>
              <a:rPr lang="en-IN" sz="2400" dirty="0">
                <a:latin typeface="Aptos" panose="020B0004020202020204" pitchFamily="34" charset="0"/>
              </a:rPr>
              <a:t>	Displays overall marks distribution.</a:t>
            </a:r>
          </a:p>
          <a:p>
            <a:endParaRPr lang="en-IN" sz="2400" dirty="0">
              <a:latin typeface="Aptos" panose="020B0004020202020204" pitchFamily="34" charset="0"/>
            </a:endParaRPr>
          </a:p>
          <a:p>
            <a:r>
              <a:rPr lang="en-IN" sz="2400" u="sng" dirty="0">
                <a:latin typeface="Aptos" panose="020B0004020202020204" pitchFamily="34" charset="0"/>
              </a:rPr>
              <a:t>Visualization help understand</a:t>
            </a:r>
            <a:r>
              <a:rPr lang="en-IN" sz="2400" dirty="0">
                <a:latin typeface="Aptos" panose="020B0004020202020204" pitchFamily="34" charset="0"/>
              </a:rPr>
              <a:t>:</a:t>
            </a:r>
          </a:p>
          <a:p>
            <a:r>
              <a:rPr lang="en-IN" sz="2400" dirty="0">
                <a:latin typeface="Aptos" panose="020B0004020202020204" pitchFamily="34" charset="0"/>
              </a:rPr>
              <a:t>	Performance trends.</a:t>
            </a:r>
            <a:br>
              <a:rPr lang="en-IN" sz="2400" dirty="0">
                <a:latin typeface="Aptos" panose="020B0004020202020204" pitchFamily="34" charset="0"/>
              </a:rPr>
            </a:br>
            <a:r>
              <a:rPr lang="en-IN" sz="2400" dirty="0">
                <a:latin typeface="Aptos" panose="020B0004020202020204" pitchFamily="34" charset="0"/>
              </a:rPr>
              <a:t>	score frequency and spread.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0268CAB-C7D0-6DA8-32EB-3E2315C03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766651" cy="33926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3859C7-1849-3EB2-272E-439F1F7C9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82186"/>
            <a:ext cx="5766650" cy="327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7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67C909B-0AD0-483C-AAC3-96A0A3D1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71600"/>
            <a:ext cx="3619501" cy="877824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Conclusion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4013F-D2A9-4715-ACE2-3720EA35B8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779776"/>
            <a:ext cx="3465576" cy="3255264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Learned how to load, clean, analyze, and visualize data using python.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Gained hands-on experience with pandas and matplotlib.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1D4BA8B-4154-58A4-E41F-AA4A15E173C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9223" b="922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81260077"/>
      </p:ext>
    </p:extLst>
  </p:cSld>
  <p:clrMapOvr>
    <a:masterClrMapping/>
  </p:clrMapOvr>
</p:sld>
</file>

<file path=ppt/theme/theme1.xml><?xml version="1.0" encoding="utf-8"?>
<a:theme xmlns:a="http://schemas.openxmlformats.org/drawingml/2006/main" name="Balancing Act">
  <a:themeElements>
    <a:clrScheme name="Balancing Act">
      <a:dk1>
        <a:sysClr val="windowText" lastClr="000000"/>
      </a:dk1>
      <a:lt1>
        <a:sysClr val="window" lastClr="FFFFFF"/>
      </a:lt1>
      <a:dk2>
        <a:srgbClr val="8A4C5D"/>
      </a:dk2>
      <a:lt2>
        <a:srgbClr val="9E838E"/>
      </a:lt2>
      <a:accent1>
        <a:srgbClr val="C6ADB0"/>
      </a:accent1>
      <a:accent2>
        <a:srgbClr val="E3C0BF"/>
      </a:accent2>
      <a:accent3>
        <a:srgbClr val="D4937F"/>
      </a:accent3>
      <a:accent4>
        <a:srgbClr val="CCB87E"/>
      </a:accent4>
      <a:accent5>
        <a:srgbClr val="6667AB"/>
      </a:accent5>
      <a:accent6>
        <a:srgbClr val="86A094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98AF5320-421A-4856-A75D-6587C36D5470}"/>
    </a:ext>
  </a:extLst>
</a:theme>
</file>

<file path=ppt/theme/theme2.xml><?xml version="1.0" encoding="utf-8"?>
<a:theme xmlns:a="http://schemas.openxmlformats.org/drawingml/2006/main" name="Wellspring">
  <a:themeElements>
    <a:clrScheme name="Wellspring">
      <a:dk1>
        <a:sysClr val="windowText" lastClr="000000"/>
      </a:dk1>
      <a:lt1>
        <a:sysClr val="window" lastClr="FFFFFF"/>
      </a:lt1>
      <a:dk2>
        <a:srgbClr val="A1CAC9"/>
      </a:dk2>
      <a:lt2>
        <a:srgbClr val="48996B"/>
      </a:lt2>
      <a:accent1>
        <a:srgbClr val="759F51"/>
      </a:accent1>
      <a:accent2>
        <a:srgbClr val="436A2F"/>
      </a:accent2>
      <a:accent3>
        <a:srgbClr val="CFBF54"/>
      </a:accent3>
      <a:accent4>
        <a:srgbClr val="B3832F"/>
      </a:accent4>
      <a:accent5>
        <a:srgbClr val="8C5896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6E2187FA-78B5-42F2-9074-40D4C2C1399B}"/>
    </a:ext>
  </a:extLst>
</a:theme>
</file>

<file path=ppt/theme/theme3.xml><?xml version="1.0" encoding="utf-8"?>
<a:theme xmlns:a="http://schemas.openxmlformats.org/drawingml/2006/main" name="Star of the show">
  <a:themeElements>
    <a:clrScheme name="Star of the show">
      <a:dk1>
        <a:sysClr val="windowText" lastClr="000000"/>
      </a:dk1>
      <a:lt1>
        <a:sysClr val="window" lastClr="FFFFFF"/>
      </a:lt1>
      <a:dk2>
        <a:srgbClr val="29282D"/>
      </a:dk2>
      <a:lt2>
        <a:srgbClr val="625C60"/>
      </a:lt2>
      <a:accent1>
        <a:srgbClr val="7C6560"/>
      </a:accent1>
      <a:accent2>
        <a:srgbClr val="AEA392"/>
      </a:accent2>
      <a:accent3>
        <a:srgbClr val="DBD4D0"/>
      </a:accent3>
      <a:accent4>
        <a:srgbClr val="8E7961"/>
      </a:accent4>
      <a:accent5>
        <a:srgbClr val="F0EDE8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CED26E1E-587B-4123-A4F9-DB49A037FBB9}"/>
    </a:ext>
  </a:extLst>
</a:theme>
</file>

<file path=ppt/theme/theme4.xml><?xml version="1.0" encoding="utf-8"?>
<a:theme xmlns:a="http://schemas.openxmlformats.org/drawingml/2006/main" name="Amusements">
  <a:themeElements>
    <a:clrScheme name="Amusements">
      <a:dk1>
        <a:sysClr val="windowText" lastClr="000000"/>
      </a:dk1>
      <a:lt1>
        <a:sysClr val="window" lastClr="FFFFFF"/>
      </a:lt1>
      <a:dk2>
        <a:srgbClr val="D77E6F"/>
      </a:dk2>
      <a:lt2>
        <a:srgbClr val="6667AB"/>
      </a:lt2>
      <a:accent1>
        <a:srgbClr val="B38F6A"/>
      </a:accent1>
      <a:accent2>
        <a:srgbClr val="D75078"/>
      </a:accent2>
      <a:accent3>
        <a:srgbClr val="E288B6"/>
      </a:accent3>
      <a:accent4>
        <a:srgbClr val="E9445D"/>
      </a:accent4>
      <a:accent5>
        <a:srgbClr val="EEC272"/>
      </a:accent5>
      <a:accent6>
        <a:srgbClr val="85A0A9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tone template_Win32_v5.potx" id="{0B6ADF6A-1AB9-4B5E-8A87-5E88E283A9E8}" vid="{573AD6BE-256C-44EB-886C-5713CB0A8D4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{A3AD73EF-13FD-4D56-84C5-44DBBFE6DB93}tf78479028_win32</Template>
  <TotalTime>124</TotalTime>
  <Words>184</Words>
  <Application>Microsoft Office PowerPoint</Application>
  <PresentationFormat>Widescreen</PresentationFormat>
  <Paragraphs>47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Calibri</vt:lpstr>
      <vt:lpstr>Segoe UI</vt:lpstr>
      <vt:lpstr>Segoe UI Light</vt:lpstr>
      <vt:lpstr>Balancing Act</vt:lpstr>
      <vt:lpstr>Wellspring</vt:lpstr>
      <vt:lpstr>Star of the show</vt:lpstr>
      <vt:lpstr>Amusements</vt:lpstr>
      <vt:lpstr>PYTHON DATA ANALYSIS REPORT </vt:lpstr>
      <vt:lpstr>DATASET OVERVIEW</vt:lpstr>
      <vt:lpstr>DATA CLEANING </vt:lpstr>
      <vt:lpstr>Analysis insights </vt:lpstr>
      <vt:lpstr>VISUALIZATIONS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Ajwani Vanshika</dc:creator>
  <cp:lastModifiedBy>Ajwani Vanshika</cp:lastModifiedBy>
  <cp:revision>1</cp:revision>
  <dcterms:created xsi:type="dcterms:W3CDTF">2025-12-26T18:12:05Z</dcterms:created>
  <dcterms:modified xsi:type="dcterms:W3CDTF">2025-12-26T20:16:19Z</dcterms:modified>
</cp:coreProperties>
</file>